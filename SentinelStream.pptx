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73152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50608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51776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52944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4112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56448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57616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0608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776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52944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54112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1776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944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112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6448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7616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51776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2944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54112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6448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57616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0608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51776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52944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54112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56448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57616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10972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SentinelStream</a:t>
            </a:r>
            <a:endParaRPr lang="en-US" sz="4800" dirty="0"/>
          </a:p>
        </p:txBody>
      </p:sp>
      <p:sp>
        <p:nvSpPr>
          <p:cNvPr id="46" name="Shape 44"/>
          <p:cNvSpPr/>
          <p:nvPr/>
        </p:nvSpPr>
        <p:spPr>
          <a:xfrm>
            <a:off x="457200" y="196596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Engine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457200" y="27432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transaction security for financial institutions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analysis  ·  Machine learning  ·  Async alerts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3931920"/>
            <a:ext cx="155448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5720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0" y="3931920"/>
            <a:ext cx="155448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228600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0" y="3931920"/>
            <a:ext cx="155448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411480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3990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fraudulent transactions in real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4630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3990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high volume with minimal latency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6974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6334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transactions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26974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26334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fraud alerts asynchronously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9319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86791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immutable transaction ledger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39319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386791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horizontal scalability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1422"/>
          </a:solidFill>
          <a:ln w="12700">
            <a:solidFill>
              <a:srgbClr val="07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70432"/>
            <a:ext cx="73152" cy="59436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9516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20240"/>
            <a:ext cx="73152" cy="5943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29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920240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920240"/>
            <a:ext cx="73152" cy="5943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29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Worker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670048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70048"/>
            <a:ext cx="73152" cy="5943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761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670048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670048"/>
            <a:ext cx="73152" cy="59436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2761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419856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419856"/>
            <a:ext cx="73152" cy="5943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29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5112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3419856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419856"/>
            <a:ext cx="73152" cy="59436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529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35112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0" y="4169664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169664"/>
            <a:ext cx="73152" cy="5943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4279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80560" y="4261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828800"/>
            <a:ext cx="146304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828800"/>
            <a:ext cx="1463040" cy="8229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SentinelStream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234440"/>
            <a:ext cx="1371600" cy="8229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1234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1371600" cy="82296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828800"/>
            <a:ext cx="1463040" cy="82296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1828800"/>
            <a:ext cx="1463040" cy="8229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64208" y="2212848"/>
            <a:ext cx="347472" cy="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2212848"/>
            <a:ext cx="347472" cy="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3008" y="2240280"/>
            <a:ext cx="182880" cy="-59436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5888" y="1645920"/>
            <a:ext cx="164592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93008" y="2240280"/>
            <a:ext cx="182880" cy="91440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3154680"/>
            <a:ext cx="164592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1645920"/>
            <a:ext cx="274320" cy="59436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0368" y="3154680"/>
            <a:ext cx="274320" cy="-59436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2240280"/>
            <a:ext cx="347472" cy="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Flow:  Fraud Detected  →  RabbitMQ  →  Celery Worker  →  Notification Service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943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3350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transaction requests from payment gateway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1170432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371600"/>
            <a:ext cx="5943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716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13350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transactions using rule-based fraud detection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404872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06040"/>
            <a:ext cx="5943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0604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256946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ML model to compute fraud risk score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92040" y="2404872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2606040"/>
            <a:ext cx="5943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0604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256946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transaction records in PostgreSQL ledger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3639312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5943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04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380390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transactions via idempotency keys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92040" y="3639312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3840480"/>
            <a:ext cx="5943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8404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80390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async fraud alerts via Celery workers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1422"/>
          </a:solidFill>
          <a:ln w="12700">
            <a:solidFill>
              <a:srgbClr val="07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850392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2984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&lt; 200 ms for all transactions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20240"/>
            <a:ext cx="73152" cy="5943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482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0482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input validation, secure env vars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850392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70048"/>
            <a:ext cx="73152" cy="5943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980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7980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containerized services, horizontal scaling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850392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419856"/>
            <a:ext cx="73152" cy="5943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478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35478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Celery workers for non-blocking background tasks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850392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169664"/>
            <a:ext cx="73152" cy="59436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97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42976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structure with clean separation of concerns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60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37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&gt; threshold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9514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geographic location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614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repeated transactions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192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735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merchant category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3133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856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activity pattern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114300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143000"/>
            <a:ext cx="4160520" cy="4572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143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6916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Algorithm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103120"/>
            <a:ext cx="256032" cy="25603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066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transaction 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2670048"/>
            <a:ext cx="256032" cy="25603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2633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computation (0.0 – 1.0)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3236976"/>
            <a:ext cx="256032" cy="25603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probability calculation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3803904"/>
            <a:ext cx="256032" cy="25603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classification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Rule Violation  OR  ML Risk Score High  →  DECLINE TRANSACTION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1422"/>
          </a:solidFill>
          <a:ln w="12700">
            <a:solidFill>
              <a:srgbClr val="07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System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0604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66BB6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0604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0604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A72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606040" cy="640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AB47BC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17520"/>
            <a:ext cx="822960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27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Accuracy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1272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(demo ML model — Isolation Forest). Designed for extensibility to production-grade models.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Development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0574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43560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Architecture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" y="192024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25786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3288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architecture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" y="323697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9125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3895344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96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&amp; project setup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41448" y="114300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41448" y="1143000"/>
            <a:ext cx="2057400" cy="5943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1143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41448" y="143560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Transaction Processing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06040" y="1920240"/>
            <a:ext cx="91440" cy="9144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18745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&amp; POST /transaction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2578608"/>
            <a:ext cx="91440" cy="9144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253288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integration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236976"/>
            <a:ext cx="91440" cy="9144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319125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895344"/>
            <a:ext cx="91440" cy="9144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38496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mechanism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54296" y="114300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54296" y="1143000"/>
            <a:ext cx="2057400" cy="5943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143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54296" y="143560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18888" y="1920240"/>
            <a:ext cx="91440" cy="9144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18745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fraud engine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18888" y="2578608"/>
            <a:ext cx="91440" cy="9144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253288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ML model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18888" y="3236976"/>
            <a:ext cx="91440" cy="9144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319125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logic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18888" y="3895344"/>
            <a:ext cx="91440" cy="9144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38496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async fraud alerts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67144" y="114300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67144" y="1143000"/>
            <a:ext cx="2057400" cy="5943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1143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67144" y="143560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 &amp; Deployment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31736" y="1920240"/>
            <a:ext cx="91440" cy="914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7184" y="18745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31736" y="2578608"/>
            <a:ext cx="91440" cy="914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87184" y="253288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setup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31736" y="3236976"/>
            <a:ext cx="91440" cy="914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87184" y="319125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 + API docs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31736" y="3895344"/>
            <a:ext cx="91440" cy="914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87184" y="38496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testing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1422"/>
          </a:solidFill>
          <a:ln w="12700">
            <a:solidFill>
              <a:srgbClr val="07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4416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7101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transaction request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4416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27101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validates request payload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34416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127101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checked in Redis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62432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55117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evaluates fraud rules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42316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62432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55117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calculates risk score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42316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262432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255117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generated (approve / decline)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90448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83133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saved in PostgreSQL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370332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90448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0" y="383133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alert sent asynchronously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3703320"/>
            <a:ext cx="27432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90448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383133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returned to client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731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monitoring with visual fraud heat maps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73152" cy="109728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47488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and ensemble methods for higher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14600"/>
            <a:ext cx="73152" cy="109728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51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RabbitMQ for enterprise-scale event streaming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51460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514600"/>
            <a:ext cx="73152" cy="109728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651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748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orchestration for production environments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3840480"/>
            <a:ext cx="4389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77440" y="3840480"/>
            <a:ext cx="73152" cy="10972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3977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Scaling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78608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Geo-distributed deployment with low-latency global reach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50608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51776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52944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54112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6448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57616" y="36576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50608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51776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2944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4112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18872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608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51776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2944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54112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6448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7616" y="201168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51776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52944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54112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6448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57616" y="283464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0608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51776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52944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54112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56448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7616" y="3657600"/>
            <a:ext cx="36576" cy="3657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7315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5" name="Shape 43"/>
          <p:cNvSpPr/>
          <p:nvPr/>
        </p:nvSpPr>
        <p:spPr>
          <a:xfrm>
            <a:off x="457200" y="141732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16002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SentinelStream demonstrates a scalable backend architecture for high-volume transaction processing with integrated fraud detection.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2560320"/>
            <a:ext cx="36576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2560320"/>
            <a:ext cx="73152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26060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Analysis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57200" y="3090672"/>
            <a:ext cx="36576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AB47BC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3090672"/>
            <a:ext cx="73152" cy="40233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3136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3621024"/>
            <a:ext cx="36576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FFA726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3621024"/>
            <a:ext cx="73152" cy="402336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3666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4151376"/>
            <a:ext cx="36576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66BB6A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151376"/>
            <a:ext cx="73152" cy="40233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" y="41970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720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fraud detection · Minimal latency · Production ready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SentinelStream - Fraud Detection Engine</dc:title>
  <dc:subject>PptxGenJS Presentation</dc:subject>
  <dc:creator>PptxGenJS</dc:creator>
  <cp:lastModifiedBy>PptxGenJS</cp:lastModifiedBy>
  <cp:revision>1</cp:revision>
  <dcterms:created xsi:type="dcterms:W3CDTF">2026-03-09T19:13:41Z</dcterms:created>
  <dcterms:modified xsi:type="dcterms:W3CDTF">2026-03-09T19:13:41Z</dcterms:modified>
</cp:coreProperties>
</file>